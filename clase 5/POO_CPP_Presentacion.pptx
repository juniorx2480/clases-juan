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45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6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Orientada a Objetos en C++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9692640" cy="1554480"/>
          </a:xfrm>
          <a:prstGeom prst="roundRect">
            <a:avLst>
              <a:gd name="adj" fmla="val 4706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Text 7"/>
          <p:cNvSpPr/>
          <p:nvPr/>
        </p:nvSpPr>
        <p:spPr>
          <a:xfrm>
            <a:off x="1097280" y="4187952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A3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private:  string nombre;  int edad;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A3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public:   void ver();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DE ESTA PRESENTACIÓN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idea de objeto a una clase completa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13232" y="167335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inicial: representar un estudiante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13232" y="256946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56946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Orientada a Objetos?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13232" y="346557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46557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y objeto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436168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36168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y métodos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8464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13232" y="525780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52578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y public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53912" y="167335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67335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89320" y="2496312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153912" y="256946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56946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modificadores: set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89320" y="3392424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53912" y="346557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346557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consultores: get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428853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153912" y="436168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436168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visualizador: ver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989320" y="518464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153912" y="525780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52578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completo: clase Estudiante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1 · UNIDAD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inicial: representar un estudiante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código, pensamos en un elemento conocido para reconocer sus datos, acciones y responsabilidades.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→ ATRIBUTOS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nombre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carrera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promedio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214884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 → MÉTODOS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sus datos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cambiar su edad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consultar su promedio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actualizar su carrera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los datos se representan como atributos y las acciones como métodos. Este apunte solo trabaja con clases simples (sin herencia ni composición).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2 · UNIDAD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Programación Orientada a Objetos?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que organiza un programa a partir de entidades llamadas objetos. Cada objeto posee atributos (datos) y métodos (comportamientos).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216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nombre, precio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modificar precio,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código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216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Automóvil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patente, marca, modelo, año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550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encender, frenar,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datos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3 · UNIDAD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y objeto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es el molde que define atributos y métodos. Un objeto es una instancia concreta de esa clase.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51206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 {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nombre;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edad;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ver();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 e1;   // objeto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2331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0" y="23317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28072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28072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75120" y="32826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0" y="32826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75120" y="3758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375818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edad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42336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todavía no representa a nadie específico: solo define qué datos y métodos tendrá cada estudiante.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4 · UNIDAD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Atributos y métodos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Atributos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 las características o datos internos de una clase.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97280" y="3364992"/>
            <a:ext cx="42976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edad;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funciones que pertenecen a una clase y definen su comportamiento.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320040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766560" y="3364992"/>
            <a:ext cx="42976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ver();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ver() muestra los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datos del objeto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5 · UNIDAD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y public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puede usarse dentro de la clase.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E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usarse desde fuera de la clase.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3456432"/>
            <a:ext cx="4754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edad;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32918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DECEC"/>
          </a:solidFill>
          <a:ln w="12700">
            <a:solidFill>
              <a:srgbClr val="F3C6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30936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corresponde: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e1.edad = 20;  // edad es private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343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lugar se usan métodos públicos llamados modificadores (set).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216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es proteger los datos internos de una clase y permitir el acceso mediante métodos públicos controlados.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6 · UNIDAD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especial que se ejecuta al crear un objeto. Mismo nombre que la clase, sin tipo de retorno, puede recibir parámetros.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defecto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4754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"";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edad = 0;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 e1;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parámetros + this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46520" y="2587752"/>
            <a:ext cx="4754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Estudiante::Estudiante(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nombre, int edad)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this-&gt;nombre = nombre;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this-&gt;edad = edad;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 e2("Ana", 20);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refiere al atributo del objeto actual. En </a:t>
            </a: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this-&gt;nombre = nombre;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primer nombre es el atributo y el segundo es el parámetro recibido.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7 · UNIDAD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 modificadores: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cambiar el valor de un atributo privado.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4754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Estudiante::setNombre(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this-&gt;nombre = nombre;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e1.setNombre("Camila");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63640" y="213055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Estudiante::setEdad(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edad)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(edad &gt;= 0)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this-&gt;edad = edad;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FFF7E8"/>
          </a:solidFill>
          <a:ln w="12700">
            <a:solidFill>
              <a:srgbClr val="F0DFB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Validación dentro de un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7548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if (edad &gt;= 0) evita asignar una edad negativa: el método controla qué valores son válidos antes de modificar el atributo.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8 · UNIDAD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Métodos consultores: 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obtener el valor de un atributo privado, sin modificarlo.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7548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Estudiante::getNombre()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nombre;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Estudiante::getEdad() 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edad;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1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e1.getNombre();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1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e1.getEdad();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 set, get es la vía correcta para leer y escribir un atributo private desde fuera de la clase, manteniendo el encapsulamiento.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9 · UNIDAD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visualizador: 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datos del objeto en pantalla, sin modificarlos.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51206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Estudiante::ver()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"Nombre: 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 nombre &lt;&lt; endl;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"Edad: 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 edad &lt;&lt; endl;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7208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e1.ver();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Camila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Edad: 19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ya reunimos las cinco piezas de una clase completa: atributos privados, constructor, set, get y ver.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10 · UNIDAD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completo: clase Estudiante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74920"/>
          </a:xfrm>
          <a:prstGeom prst="roundRect">
            <a:avLst>
              <a:gd name="adj" fmla="val 1441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10607040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edad;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Estudiante() { nombre = ""; edad = 0;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Estudiante(string nombre, int edad)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this-&gt;nombre = nombre;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this-&gt;edad = edad;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setNombre(string nombre) { this-&gt;nombre = nombre;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setEdad(int edad) { if (edad &gt;= 0) this-&gt;edad = edad;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getNombre() { return nombre;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getEdad() { return edad;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ver()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"Nombre: " &lt;&lt; nombre &lt;&lt; endl;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"Edad: " &lt;&lt; edad &lt;&lt; endl;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 10 · UNIDAD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completo: clase Estudiante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53949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Estudiante e1;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Estudiante e2("Ana", 20);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e1.setNombre("Luis");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e1.setEdad(19);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"Estudiante 1:" &lt;&lt; endl;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e1.ver();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"Estudiante 2:" &lt;&lt; endl;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e2.ver();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0" y="155448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9951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Punto de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21945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¿Cuáles son los atributos y cuáles son privados?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27614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¿Para qué sirve el constructor por defecto?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332841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método modifica la edad?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389534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¿Qué método consulta el nombre?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446227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¿Qué método muestra todos los datos?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PARA PRACTICAR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Ejercicio: clase Persona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lo visto en los capítulos 1 a 10 construyendo tu propia clase desde cero.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B215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Enunciado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clase Persona con atributos nombre (string) y edad (int). Debe incluir: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Constructor por defecto y constructor con parámetros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setNombre, setEdad (validando que la edad no sea negativa)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getNombre, getEdad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Método ver() que imprima nombre y edad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D1030"/>
          </a:solidFill>
          <a:ln w="12700">
            <a:solidFill>
              <a:srgbClr val="1B21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68680" y="47548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main(), crea dos objetos Persona (uno con cada constructor), modifica los datos del primero usando los métodos set, y muestra ambos con ver().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1272</Words>
  <Application>Microsoft Office PowerPoint</Application>
  <PresentationFormat>Panorámica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julio llanos</cp:lastModifiedBy>
  <cp:revision>2</cp:revision>
  <dcterms:created xsi:type="dcterms:W3CDTF">2026-08-19T17:47:14Z</dcterms:created>
  <dcterms:modified xsi:type="dcterms:W3CDTF">2026-08-20T01:55:16Z</dcterms:modified>
</cp:coreProperties>
</file>