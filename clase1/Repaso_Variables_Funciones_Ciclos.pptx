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417320"/>
            <a:ext cx="1920240" cy="1371600"/>
          </a:xfrm>
          <a:prstGeom prst="roundRect">
            <a:avLst>
              <a:gd name="adj" fmla="val 6667"/>
            </a:avLst>
          </a:prstGeom>
          <a:ln w="381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737360"/>
            <a:ext cx="1371600" cy="777240"/>
          </a:xfrm>
          <a:prstGeom prst="roundRect">
            <a:avLst>
              <a:gd name="adj" fmla="val 9412"/>
            </a:avLst>
          </a:prstGeom>
          <a:ln w="38100">
            <a:solidFill>
              <a:srgbClr val="2AB0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718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Funciones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Ciclos Anidados en C++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4526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para escribir código ordenado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5120640"/>
            <a:ext cx="8229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variable?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espacio en memoria con un nombre, que guarda un dato y puede cambiar durante la ejecución del programa.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760720" cy="2103120"/>
          </a:xfrm>
          <a:prstGeom prst="roundRect">
            <a:avLst>
              <a:gd name="adj" fmla="val 3478"/>
            </a:avLst>
          </a:prstGeom>
          <a:solidFill>
            <a:srgbClr val="10163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322576"/>
            <a:ext cx="543153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edad = 25;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precio = 9.99;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letra = 'A';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activo = true;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nombre = "Ana";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219456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1945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01000" y="21945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dato — qué clase de valor guarda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85292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8529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01000" y="28529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— cómo la vas a llamar en el código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0" y="3511296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51129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01000" y="351129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inicial que se le asigna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FF3E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177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variable es como una caja etiquetada. La etiqueta es el nombre, y lo que hay adentro es el valor — puedes sacar lo que hay y meter algo nuevo del mismo tipo.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datos más comunes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variable debe declararse con un tipo — eso define qué puede guardar y cuánto espacio usa.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295144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951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21945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enteros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77840" y="219456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edad = 25;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0632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296265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decimales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577840" y="2962656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precio = 9.99;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831336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313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7307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carácter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577840" y="373075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letra = 'A';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98848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599432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5994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77440" y="44988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o falso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577840" y="449884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activo = true;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36752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3675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377440" y="526694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(cadenas)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577840" y="526694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nombre = "Ana";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 una función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bloque de código con nombre propio, que puedes llamar (invocar) cuantas veces necesites.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760720" cy="2651760"/>
          </a:xfrm>
          <a:prstGeom prst="roundRect">
            <a:avLst>
              <a:gd name="adj" fmla="val 2759"/>
            </a:avLst>
          </a:prstGeom>
          <a:solidFill>
            <a:srgbClr val="10163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322576"/>
            <a:ext cx="543153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sumar(int a, int b) {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resultado = sumar(3, 4);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resultado &lt;&lt; endl;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0" y="219456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194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0" y="2194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dato que devuelve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85292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8529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03920" y="28529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la función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0" y="3511296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5112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a, int b)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03920" y="351129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que recibe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416966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41696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03920" y="41696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entrega de vuelta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3E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4748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void: </a:t>
            </a:r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función no devuelve nada, se usa el tipo void. Ej: void saludar(string nombre) { ... }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 uso de funciones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prácticas que hacen tu código más limpio, reutilizable y fácil de mantener.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AB07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188720" y="2157984"/>
            <a:ext cx="10149840" cy="896112"/>
          </a:xfrm>
          <a:prstGeom prst="roundRect">
            <a:avLst>
              <a:gd name="adj" fmla="val 8163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2128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función, una responsabilidad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17320" y="25786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función debe hacer UNA sola cosa bien. Si hace demasiado, divídela en funciones más pequeñas.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AB07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188720" y="3163824"/>
            <a:ext cx="10149840" cy="896112"/>
          </a:xfrm>
          <a:prstGeom prst="roundRect">
            <a:avLst>
              <a:gd name="adj" fmla="val 8163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32186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claros y verbos de acción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35844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calcularPromedio() o esPar() se entienden solos. Evita nombres como f1() o proceso().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AB07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188720" y="4169664"/>
            <a:ext cx="10149840" cy="896112"/>
          </a:xfrm>
          <a:prstGeom prst="roundRect">
            <a:avLst>
              <a:gd name="adj" fmla="val 8163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42245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repetir código (DRY)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17320" y="45902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copias y pegas la misma lógica en varios lugares, conviértela en una función y llámala donde la necesites.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AB07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188720" y="5175504"/>
            <a:ext cx="10149840" cy="896112"/>
          </a:xfrm>
          <a:prstGeom prst="roundRect">
            <a:avLst>
              <a:gd name="adj" fmla="val 8163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52303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en vez de variables globales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417320" y="559612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los datos que la función necesita como parámetros, en lugar de depender de variables externas al azar.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por valor vs por referencia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 llegan los datos a una función determina si puede modificar el original o no.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3317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valor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92608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0163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0392" y="3054096"/>
            <a:ext cx="460857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duplicar(int x) {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 * 2;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 = 5;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duplicar(n);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n; // 5 (no cambio)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519379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copia el valor. La función trabaja sobre esa copia — el original no cambia.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5577840" cy="4023360"/>
          </a:xfrm>
          <a:prstGeom prst="roundRect">
            <a:avLst>
              <a:gd name="adj" fmla="val 2273"/>
            </a:avLst>
          </a:prstGeom>
          <a:solidFill>
            <a:srgbClr val="FFF3EC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233172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referencia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292608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10163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9672" y="3054096"/>
            <a:ext cx="479145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duplicar(int &amp;x) {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 * 2;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 = 5;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duplicar(n);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n; // 10 (si cambio)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519379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'&amp;' hace que la función reciba la variable original, no una copia — sí puede modificarla.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AB0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ANIDADOS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ciclo anidado?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ciclo (for, while o do while) colocado dentro de otro ciclo. El ciclo interno se ejecuta COMPLETO por cada vuelta del ciclo externo.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760720" cy="3566160"/>
          </a:xfrm>
          <a:prstGeom prst="roundRect">
            <a:avLst>
              <a:gd name="adj" fmla="val 2564"/>
            </a:avLst>
          </a:prstGeom>
          <a:solidFill>
            <a:srgbClr val="F5F7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EXTERNO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5029200" cy="2651760"/>
          </a:xfrm>
          <a:prstGeom prst="roundRect">
            <a:avLst>
              <a:gd name="adj" fmla="val 3448"/>
            </a:avLst>
          </a:prstGeom>
          <a:solidFill>
            <a:srgbClr val="FFF3EC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INTERNO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4747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COMPLETO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el ciclo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 da una vuelta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28600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el reloj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301752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horas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el ciclo externo.
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AB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minutos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el ciclo interno.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hora, los minutos dan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vuelta COMPLETA (0 al 59)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que avance la hora.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AB0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ANIDADOS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Sintaxis básica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 dentro de otro for — el patrón más común de ciclo anidado.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760720" cy="2194560"/>
          </a:xfrm>
          <a:prstGeom prst="roundRect">
            <a:avLst>
              <a:gd name="adj" fmla="val 3333"/>
            </a:avLst>
          </a:prstGeom>
          <a:solidFill>
            <a:srgbClr val="10163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322576"/>
            <a:ext cx="543153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3; i++) {        // externo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j = 0; j &lt; 3; j++) {    // interno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i &lt;&lt; "," &lt;&lt; j &lt;&lt; "  ";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endl;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de ejecución: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260604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26060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0" y="26060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0,1,2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006840" y="2606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0,0  0,1  0,2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326440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326440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32644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0,1,2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06840" y="32644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1,0  1,1  1,2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3922776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92277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0" y="392277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0,1,2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06840" y="392277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2,0  2,1  2,2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FF3E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681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en pantalla: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0,0  0,1  0,2      1,0  1,1  1,2      2,0  2,1  2,2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AB0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ANIDADOS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¿Cuántas veces se ejecuta?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interno se repite por CADA vuelta del externo. El total es una multiplicación.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760720" cy="2103120"/>
          </a:xfrm>
          <a:prstGeom prst="roundRect">
            <a:avLst>
              <a:gd name="adj" fmla="val 3478"/>
            </a:avLst>
          </a:prstGeom>
          <a:solidFill>
            <a:srgbClr val="10163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322576"/>
            <a:ext cx="543153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4; i++) {     // 4 vueltas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j = 0; j &lt; 6; j++) { // 6 vueltas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este bloque se ejecuta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4 * 6 = 24 veces en total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219456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4231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6 = 24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583680" y="3474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vueltas totales del bloque interno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645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general: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9834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ejecuciones = (vueltas del ciclo externo) × (vueltas del ciclo interno). Con 3 niveles anidados, multiplicas los 3: útil para tablas, matrices, o comparar cada elemento con todos los demás.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AB0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ANIDADOS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de uso: tabla de multiplicar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los ejemplos clásicos: imprimir las tablas del 1 al 5.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10163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276856"/>
            <a:ext cx="1055217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5; i++) {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j = 1; j &lt;= 5; j++) {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i &lt;&lt; " x " &lt;&lt; j &lt;&lt; " = " &lt;&lt; i * j &lt;&lt; "\t";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endl;  // salto de linea al terminar cada tabla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0881360" cy="1874520"/>
          </a:xfrm>
          <a:prstGeom prst="roundRect">
            <a:avLst>
              <a:gd name="adj" fmla="val 4878"/>
            </a:avLst>
          </a:prstGeom>
          <a:solidFill>
            <a:srgbClr val="FFF3E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279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(fragmento):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x 1 = 1   1 x 2 = 2   1 x 3 = 3   1 x 4 = 4   1 x 5 = 5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x 1 = 2   2 x 2 = 4   2 x 3 = 6   2 x 4 = 8   2 x 5 = 10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x 1 = 3   3 x 2 = 6   3 x 3 = 9   3 x 4 = 12  3 x 5 = 15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AB0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ANIDADOS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88720" y="1783080"/>
            <a:ext cx="10149840" cy="1280160"/>
          </a:xfrm>
          <a:prstGeom prst="roundRect">
            <a:avLst>
              <a:gd name="adj" fmla="val 7143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8745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Reusar la misma variable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"i" en ambos ciclos hace que se pisen entre sí. Usa nombres distintos: i para el externo, j para el interno.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1012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88720" y="3264408"/>
            <a:ext cx="10149840" cy="1280160"/>
          </a:xfrm>
          <a:prstGeom prst="roundRect">
            <a:avLst>
              <a:gd name="adj" fmla="val 7143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335584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reiniciar el interno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7673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declaras "int j" fuera del for, no se reinicia en cada vuelta del externo y puede no ejecutarse después de la primera vez.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79145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791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188720" y="4745736"/>
            <a:ext cx="10149840" cy="1280160"/>
          </a:xfrm>
          <a:prstGeom prst="roundRect">
            <a:avLst>
              <a:gd name="adj" fmla="val 7143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83717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Perder de vista la complejidad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5248656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anidado multiplica el trabajo. 3 ciclos de 1000 vueltas = mil millones de operaciones. Cuidado con el rendimiento.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371600"/>
            <a:ext cx="4572000" cy="45720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 tú mismo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49808" y="2743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Intenta imprimir un triángulo de asteriscos usando dos ciclos for anidados: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" y="338328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0163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511296"/>
            <a:ext cx="51572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5; i++) {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j = 1; j &lt;= i; j++) {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"*";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endl;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92240" y="3383280"/>
            <a:ext cx="4846320" cy="1737360"/>
          </a:xfrm>
          <a:prstGeom prst="roundRect">
            <a:avLst>
              <a:gd name="adj" fmla="val 5263"/>
            </a:avLst>
          </a:prstGeom>
          <a:solidFill>
            <a:srgbClr val="10163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3401568"/>
            <a:ext cx="48463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B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B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B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B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****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B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*****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2026-08-11T02:40:00Z</dcterms:created>
  <dcterms:modified xsi:type="dcterms:W3CDTF">2026-08-11T02:40:00Z</dcterms:modified>
</cp:coreProperties>
</file>