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Básico 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en C++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·  while  ·  do while  ·  funciones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8368" y="4892040"/>
            <a:ext cx="822960" cy="54864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bucle FOR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sabes exactamente cuántas veces quieres repetir algo.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56816"/>
            <a:ext cx="5340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"Vuelta: " &lt;&lt; i &lt;&lt; endl;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82880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1828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— punto de partida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395728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3957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0" y="23957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— mientras sea verdad, continúa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962656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9626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29626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— al final de cada vuelta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758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"Vuelta: 0" hasta "Vuelta: 4" — 5 vueltas en total (empieza en 0, termina antes de 5).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 el número de repeticiones es conocido de antemano: recorrer un arreglo, contar del 1 al 100, etc.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vs DO WHILE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repiten mientras una condición sea verdadera — la diferencia está en cuándo se revisa la condición.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primero, ejecuta después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3054096"/>
            <a:ext cx="4608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contador = 0;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5)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contador &lt;&lt; endl;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contador++;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condición es falsa desde el inicio, el bloque nunca se ejecuta.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FFF3E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9202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while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487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primero, pregunta después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9260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3054096"/>
            <a:ext cx="4791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numero;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pedirDato();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(numero &lt;= 0);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43891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mínimo UNA vez, aunque la condición sea falsa. Ideal para menús o pedir datos al usuario al menos una vez.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código reutilizables — evitan repetir la misma lógica una y otra vez.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10163A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19656"/>
            <a:ext cx="524865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sumar(int a, int b)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resultado = sumar(3, 4);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resultado &lt;&lt; endl;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7922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792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 que devuelve la función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4231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24780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función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1089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163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3163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que recibe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7947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849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38496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 de vuelta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— cuando no hay retorno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saludar(string nombre)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"Hola, " &lt;&lt; nombre &lt;&lt; "!" &lt;&lt; endl;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4572000" cy="45720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29260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el código repaso.cpp, cambia los valores y observa cómo cambia el resultado. Esa es la mejor forma de aprender.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420624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10163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06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-o repaso repaso.cpp &amp;&amp; ./repaso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2026-08-10T20:19:15Z</dcterms:created>
  <dcterms:modified xsi:type="dcterms:W3CDTF">2026-08-10T20:19:15Z</dcterms:modified>
</cp:coreProperties>
</file>